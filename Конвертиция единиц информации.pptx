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1" autoAdjust="0"/>
    <p:restoredTop sz="94660"/>
  </p:normalViewPr>
  <p:slideViewPr>
    <p:cSldViewPr snapToGrid="0">
      <p:cViewPr varScale="1">
        <p:scale>
          <a:sx n="48" d="100"/>
          <a:sy n="48" d="100"/>
        </p:scale>
        <p:origin x="4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0F78C-8DCD-4C6F-B0A7-79096D0C8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13A1BA5-8151-463B-A618-02BE5DFA1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7A9F85-F0E7-4906-9AEA-8DD3BC81B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47C-564D-41FF-9DD5-0479B4D3403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541899-4460-45F2-A5DD-33C7BA74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BC78EE-D354-4339-8144-84DD4EE3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E6CB-8B8F-42C4-84FE-46B8B31AD8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530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D09D9-3C15-40B8-8C90-36E308D1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056D10-B5F1-4EE2-BD40-7ECD8C428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764B33-3A4C-450F-B138-E261F63D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47C-564D-41FF-9DD5-0479B4D3403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1F18F9-ADAB-40DA-B199-89C92BC8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D51533-444D-41EC-9570-81699380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E6CB-8B8F-42C4-84FE-46B8B31AD8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73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488D26-CD3D-4BC8-A373-E7738C8B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519865-E335-4B8E-B3EE-4A7798799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E0DFED-FB9B-49A3-908B-8B662848E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47C-564D-41FF-9DD5-0479B4D3403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4A84E1-BAC5-46E5-A7B2-E79C7AB8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819F79-0171-4F59-9313-5D9342A03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E6CB-8B8F-42C4-84FE-46B8B31AD8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32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A060F-ECB8-483D-A6D9-BD256F065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367819-57FC-47F5-A225-398C08F34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F0E517-C016-4538-B507-B0DD87EC1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11231A-F218-4BB5-8392-2B5AC2A9A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47C-564D-41FF-9DD5-0479B4D3403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95D65A-6A3A-4C56-8A15-E552FC864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32ECF0-F58C-400C-99AB-15E41177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E6CB-8B8F-42C4-84FE-46B8B31AD8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45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652C2-9742-469C-80A3-87BA52F3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FC55F0-0663-4C82-86EA-423931208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17A636-85F0-4016-BDA6-E18A8BF1B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C36D6B6-619B-4CB1-9F84-2DAC941F9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39D88A-7D7C-404F-A00B-CD5626F9A6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4D4DC4D-E4C1-4D58-A54E-EB7ABDFC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47C-564D-41FF-9DD5-0479B4D3403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1A2F01B-2402-4888-8F70-870A29CF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B02C67-F45F-4DB9-B550-495DAB42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E6CB-8B8F-42C4-84FE-46B8B31AD8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916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4E8F79-5D9B-4279-A21C-5DD41C8D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07E05E-5232-44FB-BD7C-1F39EEC92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47C-564D-41FF-9DD5-0479B4D3403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8FFA04-D23B-4471-AD69-D1659263F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94615F-1D7B-4C4F-9164-CD339F41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E6CB-8B8F-42C4-84FE-46B8B31AD8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580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FB1BCC2-B931-424F-AFF3-4A2D375D6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47C-564D-41FF-9DD5-0479B4D3403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C81435F-BC50-4E3C-A285-DF47F0C92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DB81A-B351-4FDD-B2C7-50E6EDC2A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E6CB-8B8F-42C4-84FE-46B8B31AD8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52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81E4D-1B9D-4CC9-A110-EF65F696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EF4DBA-EC64-4AAD-BC51-EDE6555F5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33FED7-9BA8-4E84-BAA7-9D02BEE75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79CEC2-7F3C-4BFC-8D4B-72C6E6B8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47C-564D-41FF-9DD5-0479B4D3403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845117-4546-44E3-8B4C-0ECEFC62A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6F340B-C8B8-4030-A222-6B9ABD501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E6CB-8B8F-42C4-84FE-46B8B31AD8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931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5C67D8-12DE-4B81-A58D-D38E2CE44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CC877E9-253F-4391-8787-77AC3F6761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4FCAA5-ED3A-47DB-9C9C-0DD08754C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BE1138-52D3-49FB-8B8E-CFB61C530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47C-564D-41FF-9DD5-0479B4D3403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D8DFB7-C47E-4045-96B0-73D3C14A9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485F54-CDFD-45CA-B2A6-D0A799891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E6CB-8B8F-42C4-84FE-46B8B31AD8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656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707748-A48E-4ACE-B72B-E887B5AC2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6382556-37B7-4A9E-860D-440487A20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3DAF28-87D7-481B-A067-7C4E2C74F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47C-564D-41FF-9DD5-0479B4D3403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E80BA1-ACAE-45F7-886E-C3164475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66641A-7612-4030-9808-D71ED9481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E6CB-8B8F-42C4-84FE-46B8B31AD8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314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0E4AA62-63E9-4577-BA85-67E9D56E7B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FF462A5-91C3-4B33-9694-9DDD118DA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0F4457-A9A7-4748-9FDE-73D7B2948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47C-564D-41FF-9DD5-0479B4D3403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1795D8-3401-4C96-94AB-6ED9378F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0ECDF7-A956-45C3-8478-9E4DE889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E6CB-8B8F-42C4-84FE-46B8B31AD8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16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E2101F-F9F2-4B8C-9B0E-323CDD1E5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B69C6F-0B39-4C0D-B458-819C7D18C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EA9251-B87A-4747-B06D-6B9332601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DD47C-564D-41FF-9DD5-0479B4D3403F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659BAC-C8A7-428B-BD8E-490632E47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5A94F1-A9D9-4716-A936-FFAD0E8E9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FE6CB-8B8F-42C4-84FE-46B8B31AD8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366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32D1AB-9AA1-4BCD-B56D-696B31A6E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69440"/>
            <a:ext cx="9144000" cy="2387600"/>
          </a:xfrm>
        </p:spPr>
        <p:txBody>
          <a:bodyPr/>
          <a:lstStyle/>
          <a:p>
            <a:r>
              <a:rPr lang="ru-RU" dirty="0"/>
              <a:t>Конвертер единиц информации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544DD8-B39B-4BBE-97A0-7E080620C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03" y="2599872"/>
            <a:ext cx="9144793" cy="16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12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8D672-3D79-4487-9D14-C9358756D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чего приложение разработано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41965C-75E8-4DEC-BF9E-7D7401B9C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Приложение разработано для конвертации единиц измерений (байт, килобайт, мегабайт, гигабайт) и в какую единицу измерения необходимо провести перевод.</a:t>
            </a:r>
          </a:p>
        </p:txBody>
      </p:sp>
    </p:spTree>
    <p:extLst>
      <p:ext uri="{BB962C8B-B14F-4D97-AF65-F5344CB8AC3E}">
        <p14:creationId xmlns:p14="http://schemas.microsoft.com/office/powerpoint/2010/main" val="4059674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A8464-43FC-42D4-96CA-5F4F0655E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классов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36F38BA-3E2A-42C8-A7E9-D1D10994C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036" y="1997377"/>
            <a:ext cx="4569927" cy="4495498"/>
          </a:xfrm>
        </p:spPr>
      </p:pic>
    </p:spTree>
    <p:extLst>
      <p:ext uri="{BB962C8B-B14F-4D97-AF65-F5344CB8AC3E}">
        <p14:creationId xmlns:p14="http://schemas.microsoft.com/office/powerpoint/2010/main" val="358741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EE5DE-9D17-49C8-84D2-8458577F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13F1B07-D05B-49B5-920A-56BB920A6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90743"/>
            <a:ext cx="10515600" cy="1676513"/>
          </a:xfrm>
        </p:spPr>
      </p:pic>
    </p:spTree>
    <p:extLst>
      <p:ext uri="{BB962C8B-B14F-4D97-AF65-F5344CB8AC3E}">
        <p14:creationId xmlns:p14="http://schemas.microsoft.com/office/powerpoint/2010/main" val="25823120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</Words>
  <Application>Microsoft Office PowerPoint</Application>
  <PresentationFormat>Широкоэкранный</PresentationFormat>
  <Paragraphs>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Конвертер единиц информации</vt:lpstr>
      <vt:lpstr>Для чего приложение разработано</vt:lpstr>
      <vt:lpstr>Схема классов</vt:lpstr>
      <vt:lpstr>Производительность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305-1</dc:creator>
  <cp:lastModifiedBy>305-1</cp:lastModifiedBy>
  <cp:revision>3</cp:revision>
  <dcterms:created xsi:type="dcterms:W3CDTF">2025-12-01T06:43:56Z</dcterms:created>
  <dcterms:modified xsi:type="dcterms:W3CDTF">2025-12-01T07:38:45Z</dcterms:modified>
</cp:coreProperties>
</file>